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B57D0"/>
                </a:solidFill>
                <a:latin typeface="Outfit"/>
              </a:defRPr>
            </a:pPr>
            <a:r>
              <a:t>EduGenie AI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1F1F1F"/>
                </a:solidFill>
                <a:latin typeface="Plus Jakarta Sans"/>
              </a:defRPr>
            </a:pPr>
            <a:r>
              <a:t>Technical Viva-Voce Project Presentation</a:t>
            </a:r>
          </a:p>
          <a:p>
            <a:r>
              <a:t>FastAPI, Gemini, and Local T5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57D0"/>
                </a:solidFill>
                <a:latin typeface="Outfit"/>
              </a:defRPr>
            </a:pPr>
            <a:r>
              <a:t>Project Objectives &amp;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What makes EduGenie a complete educational tool: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Intelligent Q&amp;A: Quick, contextual explanations for questions (e.g., Ocean sizes).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Concept Explainer: Simplified definitions matching specific age groups.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Interactive Quizzes: Self-assessment tests generated dynamically on any topic.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Personalized Roadmaps: Step-by-step study paths with duration and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57D0"/>
                </a:solidFill>
                <a:latin typeface="Outfit"/>
              </a:defRPr>
            </a:pPr>
            <a:r>
              <a:t>System Architecture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Client-Server flow with asynchronous design: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Client Layer: Responsive HTML5 + CSS Variables + JS State Cache.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Web Layer: FastAPI REST endpoints running on Uvicorn ASGI server.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Cloud Inference: Google Generative AI API (Gemini 3.5 Flash) for advanced logic.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Local Inference: AutoTokenizer + Seq2SeqLM (LaMini-Flan-T5-77M) on CPU for offline Q&amp;A and text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57D0"/>
                </a:solidFill>
                <a:latin typeface="Outfit"/>
              </a:defRPr>
            </a:pPr>
            <a:r>
              <a:t>Frontend Technologies &amp; Aesthetics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Modern Google-inspired browser layout: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Styling: Clean Light Mode + Dark Mode override via CSS Variables.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Sidebar Toggle: Smooth transition collapse (280px to 72px) showing centered icons.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Markdown Rendering: Marked.js CDN parses lists, headers, and code instantly.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Activity History: Cached locally in localStorage for offline session loading.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Custom Notifications: Non-blocking sliding Toast alerts replacing native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57D0"/>
                </a:solidFill>
                <a:latin typeface="Outfit"/>
              </a:defRPr>
            </a:pPr>
            <a:r>
              <a:t>Backend Services &amp;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API Design and Configuration Management: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FastAPI Routes: Validates inputs using Pydantic schema bodies.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Dynamic Env Reload: Reloads .env variables on every request automatically.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Model Lazy Loading: CPU models initialized only on demand to protect startup RAM.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JSON Parsing: Robust regex cleaning to parse Gemini quiz JSON structures.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57D0"/>
                </a:solidFill>
                <a:latin typeface="Outfit"/>
              </a:defRPr>
            </a:pPr>
            <a:r>
              <a:t>Local AI Model (LaMini-Flan-T5-77M)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Offline capability on resource-constrained devices: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Model Class: AutoModelForSeq2SeqLM (Text-to-Text Seq2Seq Transformer).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Size &amp; Parameters: 77 Million parameters (~300MB weights file).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CPU Optimized: Executes quickly on standard CPUs (such as Mac M1 or standard laptops).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Local Tasks: Dedicated to local QA and text summarization.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57D0"/>
                </a:solidFill>
                <a:latin typeface="Outfit"/>
              </a:defRPr>
            </a:pPr>
            <a:r>
              <a:t>Key Viva Questions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Areas the examiners will evaluate: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ASGI vs WSGI: Why Uvicorn handles async concurrency better than Gunicorn.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Lazy Loading: Saving RAM by loading large models only when first called.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LocalStorage Caching: How Javascript caches JSON payloads for instant reload.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CSS Variables: Modifying layout variables in real-time to toggle Dark/Light themes.</a:t>
            </a:r>
          </a:p>
          <a:p>
            <a:pPr>
              <a:defRPr sz="1400">
                <a:solidFill>
                  <a:srgbClr val="1F1F1F"/>
                </a:solidFill>
                <a:latin typeface="Plus Jakarta Sans"/>
              </a:defRPr>
            </a:pPr>
            <a:r>
              <a:t>• Pydantic validation: Catching malformed requests before they crash backend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